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theme/theme2.xml" ContentType="application/vnd.openxmlformats-officedocument.theme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ppt/presProps.xml" ContentType="application/vnd.openxmlformats-officedocument.presentationml.presPro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openxmlformats.org/officeDocument/2006/relationships/custom-properties" Target="docProps/custom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8" r:id="rId3"/>
    <p:sldId id="259" r:id="rId4"/>
    <p:sldId id="260" r:id="rId5"/>
    <p:sldId id="261" r:id="rId6"/>
    <p:sldId id="268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594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customXml" Target="../customXml/item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customXml" Target="../customXml/item3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Relationship Id="rId14" Type="http://schemas.openxmlformats.org/officeDocument/2006/relationships/customXml" Target="../customXml/item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72E9FEB-DBD3-470F-98F8-FB2093EA9748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50C7618-C930-492A-A8F8-0C3E653FFC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89892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State the problem precisely and measurably. Avoid long background. One slide only.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Restate objectives exactly as in proposal unless formally revised. PP2 evaluates alignment.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This is the product view: what exists now as an integrated solution.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Show one clear diagram. Explain data flow end-to-end. Mention interfaces and consistency.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Keep this concise, but concrete. Link impact to measured results where possible.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 err="1"/>
              <a:t>CeylonMate</a:t>
            </a:r>
            <a:r>
              <a:rPr lang="en-US" dirty="0"/>
              <a:t> - Smart Tourism Companion for Foreign Travelers in Sri Lanka</a:t>
            </a:r>
            <a:br>
              <a:rPr lang="en-US" dirty="0"/>
            </a:br>
            <a:br>
              <a:rPr lang="en-US" dirty="0"/>
            </a:br>
            <a:r>
              <a:rPr lang="en-US" dirty="0"/>
              <a:t>(PP2)</a:t>
            </a:r>
            <a:br>
              <a:rPr lang="en-US" dirty="0"/>
            </a:br>
            <a:br>
              <a:rPr lang="en-US" dirty="0"/>
            </a:b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Group: 238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dirty="0"/>
              <a:t>Problem Statement &amp; Stakeholders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Context: </a:t>
            </a:r>
            <a:r>
              <a:rPr lang="en-US" dirty="0"/>
              <a:t>Tourism and cultural heritage exploration in Sri Lanka</a:t>
            </a:r>
          </a:p>
          <a:p>
            <a:r>
              <a:rPr dirty="0"/>
              <a:t>Stakeholders: </a:t>
            </a:r>
            <a:r>
              <a:rPr lang="en-US" dirty="0"/>
              <a:t>Foreign tourists visiting Sri Lankan ,tourism service providers, SLTDA</a:t>
            </a:r>
            <a:endParaRPr dirty="0"/>
          </a:p>
          <a:p>
            <a:r>
              <a:rPr dirty="0"/>
              <a:t>Observed issue: </a:t>
            </a:r>
            <a:r>
              <a:rPr lang="en-US" dirty="0"/>
              <a:t>plan optimized travel routes</a:t>
            </a:r>
          </a:p>
          <a:p>
            <a:r>
              <a:rPr dirty="0"/>
              <a:t>Why it matters: </a:t>
            </a:r>
            <a:r>
              <a:rPr lang="en-US" dirty="0"/>
              <a:t>This leads to reduced tourist engagement</a:t>
            </a:r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Research Gap &amp;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Gap: 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• Static itinerary planning</a:t>
            </a:r>
          </a:p>
          <a:p>
            <a:pPr marL="0" indent="0">
              <a:buNone/>
            </a:pPr>
            <a:r>
              <a:rPr lang="en-US" dirty="0"/>
              <a:t>• Reactive safety systems</a:t>
            </a:r>
          </a:p>
          <a:p>
            <a:pPr marL="0" indent="0">
              <a:buNone/>
            </a:pPr>
            <a:r>
              <a:rPr lang="en-US" dirty="0"/>
              <a:t>• Limited cultural integration</a:t>
            </a:r>
          </a:p>
          <a:p>
            <a:pPr marL="0" indent="0">
              <a:buNone/>
            </a:pPr>
            <a:r>
              <a:rPr lang="en-US" dirty="0"/>
              <a:t>• Poor historical interpretation</a:t>
            </a:r>
          </a:p>
          <a:p>
            <a:pPr marL="0" indent="0">
              <a:buNone/>
            </a:pPr>
            <a:r>
              <a:rPr dirty="0"/>
              <a:t>Main objective: </a:t>
            </a:r>
            <a:r>
              <a:rPr lang="en-US" dirty="0"/>
              <a:t>AI-powered smart tourism companion </a:t>
            </a:r>
            <a:endParaRPr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Solution Overview (What You Built)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dirty="0"/>
              <a:t>Solution summary: </a:t>
            </a:r>
            <a:r>
              <a:rPr lang="en-US" dirty="0"/>
              <a:t>AI-powered mobile tourism companion</a:t>
            </a:r>
            <a:endParaRPr dirty="0"/>
          </a:p>
          <a:p>
            <a:r>
              <a:rPr dirty="0"/>
              <a:t>Key features delivered: 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                   FR1 – Dynamic itinerary planning</a:t>
            </a:r>
            <a:br>
              <a:rPr lang="en-US" dirty="0"/>
            </a:br>
            <a:r>
              <a:rPr lang="en-US" dirty="0"/>
              <a:t>                   FR2 – Safety</a:t>
            </a:r>
            <a:br>
              <a:rPr lang="en-US" dirty="0"/>
            </a:br>
            <a:r>
              <a:rPr lang="en-US" dirty="0"/>
              <a:t>                   FR3 – Cultural experience discovery  </a:t>
            </a:r>
          </a:p>
          <a:p>
            <a:pPr marL="0" indent="0">
              <a:buNone/>
            </a:pPr>
            <a:r>
              <a:rPr lang="en-US" dirty="0"/>
              <a:t>                   FR4 – AR heritage visualization</a:t>
            </a:r>
          </a:p>
          <a:p>
            <a:pPr marL="0" indent="0">
              <a:buNone/>
            </a:pPr>
            <a:r>
              <a:rPr dirty="0"/>
              <a:t>Non-functional focus: </a:t>
            </a:r>
            <a:r>
              <a:rPr lang="en-US" dirty="0"/>
              <a:t>Performance, usability, reliability</a:t>
            </a:r>
            <a:endParaRPr dirty="0"/>
          </a:p>
          <a:p>
            <a:r>
              <a:rPr dirty="0"/>
              <a:t>Current completion status: </a:t>
            </a:r>
            <a:r>
              <a:rPr lang="en-US" dirty="0"/>
              <a:t>    ~</a:t>
            </a:r>
            <a:r>
              <a:rPr dirty="0"/>
              <a:t>90%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A4AC5506-6312-4701-8D3C-40187889A9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51752"/>
            <a:ext cx="9144000" cy="73655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7399" y="643467"/>
            <a:ext cx="8408193" cy="7448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lnSpc>
                <a:spcPct val="90000"/>
              </a:lnSpc>
            </a:pPr>
            <a:r>
              <a:rPr lang="en-US" sz="2800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System Architecture &amp; Integration (Show Diagram)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F0118014-3F04-C92D-16DF-C9CAA6149CE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98992" y="1388302"/>
            <a:ext cx="8897524" cy="5100987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Commercialization / Impact (Short)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Target users/market: </a:t>
            </a:r>
            <a:r>
              <a:rPr lang="en-US" dirty="0"/>
              <a:t>Foreign tourists visiting Sri Lankan</a:t>
            </a:r>
            <a:endParaRPr dirty="0"/>
          </a:p>
          <a:p>
            <a:r>
              <a:rPr dirty="0"/>
              <a:t>Value proposition: </a:t>
            </a:r>
            <a:r>
              <a:rPr lang="en-US" dirty="0"/>
              <a:t>An AI-powered tourism companion</a:t>
            </a:r>
            <a:endParaRPr dirty="0"/>
          </a:p>
          <a:p>
            <a:r>
              <a:rPr dirty="0"/>
              <a:t>Cost and feasibility: </a:t>
            </a:r>
            <a:r>
              <a:rPr lang="en-US" dirty="0"/>
              <a:t>Low-cost mobile application</a:t>
            </a:r>
          </a:p>
          <a:p>
            <a:r>
              <a:rPr dirty="0"/>
              <a:t>Adoption plan / next steps: </a:t>
            </a:r>
            <a:r>
              <a:rPr lang="en-US" dirty="0"/>
              <a:t>Pilot testing at major heritage sites</a:t>
            </a:r>
            <a:endParaRPr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8DC20DB7DB36DD49BC8150064CF95DD9" ma:contentTypeVersion="13" ma:contentTypeDescription="Create a new document." ma:contentTypeScope="" ma:versionID="cbef7e19daa0d389b559f873c5a3e553">
  <xsd:schema xmlns:xsd="http://www.w3.org/2001/XMLSchema" xmlns:xs="http://www.w3.org/2001/XMLSchema" xmlns:p="http://schemas.microsoft.com/office/2006/metadata/properties" xmlns:ns2="b315195e-671e-423b-bef2-4f1205612242" xmlns:ns3="db72c12f-87a4-44ab-bbc5-4cc8306b158a" targetNamespace="http://schemas.microsoft.com/office/2006/metadata/properties" ma:root="true" ma:fieldsID="060a19f19fc398f1deb5a7ac3ca80118" ns2:_="" ns3:_="">
    <xsd:import namespace="b315195e-671e-423b-bef2-4f1205612242"/>
    <xsd:import namespace="db72c12f-87a4-44ab-bbc5-4cc8306b158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MediaServiceBillingMetadata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315195e-671e-423b-bef2-4f120561224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description="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7c8a686f-bba2-44f2-819b-edf0b3003fbd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8" nillable="true" ma:displayName="MediaLengthInSeconds" ma:hidden="true" ma:internalName="MediaLengthInSeconds" ma:readOnly="true">
      <xsd:simpleType>
        <xsd:restriction base="dms:Unknown"/>
      </xsd:simpleType>
    </xsd:element>
    <xsd:element name="MediaServiceBillingMetadata" ma:index="19" nillable="true" ma:displayName="MediaServiceBillingMetadata" ma:hidden="true" ma:internalName="MediaServiceBillingMetadata" ma:readOnly="true">
      <xsd:simpleType>
        <xsd:restriction base="dms:Note"/>
      </xsd:simpleType>
    </xsd:element>
    <xsd:element name="MediaServiceLocation" ma:index="20" nillable="true" ma:displayName="Location" ma:description="" ma:indexed="true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b72c12f-87a4-44ab-bbc5-4cc8306b158a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4a90b710-f748-4220-b362-4102ae550bf9}" ma:internalName="TaxCatchAll" ma:showField="CatchAllData" ma:web="db72c12f-87a4-44ab-bbc5-4cc8306b158a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b315195e-671e-423b-bef2-4f1205612242">
      <Terms xmlns="http://schemas.microsoft.com/office/infopath/2007/PartnerControls"/>
    </lcf76f155ced4ddcb4097134ff3c332f>
    <TaxCatchAll xmlns="db72c12f-87a4-44ab-bbc5-4cc8306b158a" xsi:nil="true"/>
  </documentManagement>
</p:properties>
</file>

<file path=customXml/itemProps1.xml><?xml version="1.0" encoding="utf-8"?>
<ds:datastoreItem xmlns:ds="http://schemas.openxmlformats.org/officeDocument/2006/customXml" ds:itemID="{BFAB5362-AC4B-4680-9A8B-4CCF437ED199}"/>
</file>

<file path=customXml/itemProps2.xml><?xml version="1.0" encoding="utf-8"?>
<ds:datastoreItem xmlns:ds="http://schemas.openxmlformats.org/officeDocument/2006/customXml" ds:itemID="{04F05584-FD0B-4E06-8F38-995ADCEC2C45}"/>
</file>

<file path=customXml/itemProps3.xml><?xml version="1.0" encoding="utf-8"?>
<ds:datastoreItem xmlns:ds="http://schemas.openxmlformats.org/officeDocument/2006/customXml" ds:itemID="{2B767F22-A607-4E29-862E-640517D96A13}"/>
</file>

<file path=docMetadata/LabelInfo.xml><?xml version="1.0" encoding="utf-8"?>
<clbl:labelList xmlns:clbl="http://schemas.microsoft.com/office/2020/mipLabelMetadata">
  <clbl:label id="{1337832b-e06e-4e87-85f5-ecfde68f9c8e}" enabled="1" method="Standard" siteId="{44e3cf94-19c9-4e32-96c3-14f5bf01391a}" contentBits="1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292</TotalTime>
  <Words>274</Words>
  <Application>Microsoft Office PowerPoint</Application>
  <PresentationFormat>On-screen Show (4:3)</PresentationFormat>
  <Paragraphs>32</Paragraphs>
  <Slides>6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Aptos</vt:lpstr>
      <vt:lpstr>Arial</vt:lpstr>
      <vt:lpstr>Calibri</vt:lpstr>
      <vt:lpstr>Office Theme</vt:lpstr>
      <vt:lpstr>CeylonMate - Smart Tourism Companion for Foreign Travelers in Sri Lanka  (PP2)  </vt:lpstr>
      <vt:lpstr>Problem Statement &amp; Stakeholders</vt:lpstr>
      <vt:lpstr>Research Gap &amp; Objectives</vt:lpstr>
      <vt:lpstr>Solution Overview (What You Built)</vt:lpstr>
      <vt:lpstr>System Architecture &amp; Integration (Show Diagram)</vt:lpstr>
      <vt:lpstr>Commercialization / Impact (Short)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June Ceaser</dc:creator>
  <cp:keywords/>
  <dc:description>generated using python-pptx</dc:description>
  <cp:lastModifiedBy>DE SOYSA J.C it22575876</cp:lastModifiedBy>
  <cp:revision>4</cp:revision>
  <dcterms:created xsi:type="dcterms:W3CDTF">2013-01-27T09:14:16Z</dcterms:created>
  <dcterms:modified xsi:type="dcterms:W3CDTF">2026-03-16T03:20:34Z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0x0101008DC20DB7DB36DD49BC8150064CF95DD9</vt:lpwstr>
  </property>
</Properties>
</file>